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CONCEPT &amp;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F4F8"/>
                </a:solidFill>
              </a:defRPr>
            </a:pPr>
            <a:r>
              <a:t>HOMEOSTASIS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F0F4F8"/>
                </a:solidFill>
              </a:defRPr>
            </a:pPr>
            <a:r>
              <a:t>国家の安全保障反応を、生命体の「免疫反応」として捉える。</a:t>
            </a:r>
            <a:br/>
            <a:r>
              <a:t/>
            </a:r>
            <a:br/>
            <a:r>
              <a:t>脅威に対する反応が強すぎれば、相手国の警戒を高め、</a:t>
            </a:r>
            <a:br/>
            <a:r>
              <a:t>さらなる対抗措置を招く。弱すぎれば、必要な防衛を欠く。</a:t>
            </a:r>
            <a:br/>
            <a:r>
              <a:t/>
            </a:r>
            <a:br/>
            <a:r>
              <a:t>本作品は、独立した国家AI Agentに結末を指示しない。</a:t>
            </a:r>
            <a:br/>
            <a:r>
              <a:t>国家利益と認識した脅威をもとに、それぞれが行動を判断する。</a:t>
            </a:r>
            <a:br/>
            <a:r>
              <a:t/>
            </a:r>
            <a:br/>
            <a:r>
              <a:t>Agent同士の相互作用を観測し、</a:t>
            </a:r>
            <a:br/>
            <a:r>
              <a:t>対立が起きても破壊へ向かわず、平衡を回復できる条件を探る。</a:t>
            </a:r>
            <a:br/>
            <a:r>
              <a:t/>
            </a:r>
            <a:br/>
            <a:r>
              <a:t>安全保障を「勝敗」ではなく「恒常性」から捉え直す試み。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0080"/>
                </a:solidFill>
              </a:defRPr>
            </a:pPr>
            <a:r>
              <a:t>EXPERIMENT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F4F8"/>
                </a:solidFill>
              </a:defRPr>
            </a:pPr>
            <a:r>
              <a:t>A〜P 16条件・36 run比較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>
                <a:solidFill>
                  <a:srgbClr val="F0F4F8"/>
                </a:solidFill>
              </a:defRPr>
            </a:pPr>
            <a:r>
              <a:t>4つの国家タイプ組合せ × 4つの制度設定 = 16条件</a:t>
            </a:r>
            <a:br/>
            <a:r>
              <a:t/>
            </a:r>
            <a:br/>
            <a:r>
              <a:t>国家タイプ        法ON / HL ON   法ON / HL OFF   法OFF / HL ON   法OFF / HL OFF</a:t>
            </a:r>
            <a:br/>
            <a:r>
              <a:t>慎重 × 慎重             A                    D                      C                       H</a:t>
            </a:r>
            <a:br/>
            <a:r>
              <a:t>強硬 × 強硬             B                    G                      F                       E</a:t>
            </a:r>
            <a:br/>
            <a:r>
              <a:t>強硬 × 慎重             I                     J                       K                       L</a:t>
            </a:r>
            <a:br/>
            <a:r>
              <a:t>慎重 × 強硬             M                   N                      O                       P</a:t>
            </a:r>
            <a:br/>
            <a:r>
              <a:t/>
            </a:r>
            <a:br/>
            <a:r>
              <a:t>A=5 run、D=3 run、その他14条件=各2 run　合計36 run</a:t>
            </a:r>
            <a:br/>
            <a:r>
              <a:t>各runは8 TURN</a:t>
            </a:r>
            <a:br/>
            <a:r>
              <a:t/>
            </a:r>
            <a:br/>
            <a:r>
              <a:t>独立したA国・B国Agentが行動を判断。</a:t>
            </a:r>
            <a:br/>
            <a:r>
              <a:t>中立Evaluatorが、推定脅威・反応強度・エスカレーション圧・回復力を評価。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0080"/>
                </a:solidFill>
              </a:defRPr>
            </a:pPr>
            <a:r>
              <a:t>OBSERVED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F4F8"/>
                </a:solidFill>
              </a:defRPr>
            </a:pPr>
            <a:r>
              <a:t>制度と国家タイプで反応傾向が変化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>
                <a:solidFill>
                  <a:srgbClr val="F0F4F8"/>
                </a:solidFill>
              </a:defRPr>
            </a:pPr>
            <a:r>
              <a:t>強硬 × 強硬・制度OFFのE</a:t>
            </a:r>
            <a:br/>
            <a:r>
              <a:t>過剰反応 87.5%　平均エスカレーション圧 37.188　平均回復力 68.375</a:t>
            </a:r>
            <a:br/>
            <a:r>
              <a:t/>
            </a:r>
            <a:br/>
            <a:r>
              <a:t>強硬型同士の比較</a:t>
            </a:r>
            <a:br/>
            <a:r>
              <a:t>国際法やHotlineがある条件では、Eよりエスカレーション圧が低く、</a:t>
            </a:r>
            <a:br/>
            <a:r>
              <a:t>回復力が高い方向を観測した。</a:t>
            </a:r>
            <a:br/>
            <a:r>
              <a:t/>
            </a:r>
            <a:br/>
            <a:r>
              <a:t>慎重 × 慎重でも過少反応を観測</a:t>
            </a:r>
            <a:br/>
            <a:r>
              <a:t>D 16.667%　H 12.5%</a:t>
            </a:r>
            <a:br/>
            <a:r>
              <a:t/>
            </a:r>
            <a:br/>
            <a:r>
              <a:t>研究上の制約</a:t>
            </a:r>
            <a:br/>
            <a:r>
              <a:t>seed記録は26 / 36 run。条件ごとのrun数は少なく不均等。</a:t>
            </a:r>
            <a:br/>
            <a:r>
              <a:t>結果は探索的な観測であり、因果関係や実世界への一般性を断定しない。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